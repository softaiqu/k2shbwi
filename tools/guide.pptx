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K2SHBWI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Interactive Image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8C8C8"/>
                </a:solidFill>
              </a:defRPr>
            </a:pPr>
            <a:r>
              <a:t>Generated from K2SHBWI Format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67EEA"/>
                </a:solidFill>
              </a:defRPr>
            </a:pPr>
            <a:r>
              <a:t>Main Image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9728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